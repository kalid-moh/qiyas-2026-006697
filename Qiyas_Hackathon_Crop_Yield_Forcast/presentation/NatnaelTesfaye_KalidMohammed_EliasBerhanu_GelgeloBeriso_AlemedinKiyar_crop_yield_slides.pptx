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1 — Problem &amp; datasets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36576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Predict yield_tons_per_ha for 3,750 unseen plots.</a:t>
            </a:r>
          </a:p>
          <a:p>
            <a:pPr>
              <a:spcAft>
                <a:spcPts val="1000"/>
              </a:spcAft>
              <a:defRPr sz="1700"/>
            </a:pPr>
            <a:r>
              <a:t>Plot survey + regional weather + market price tables.</a:t>
            </a:r>
          </a:p>
          <a:p>
            <a:pPr>
              <a:spcAft>
                <a:spcPts val="1000"/>
              </a:spcAft>
              <a:defRPr sz="1700"/>
            </a:pPr>
            <a:r>
              <a:t>Weather must be a model input; price is analysis/demo only.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2 — Cleaning &amp; integration</a:t>
            </a:r>
          </a:p>
        </p:txBody>
      </p:sp>
      <p:pic>
        <p:nvPicPr>
          <p:cNvPr id="4" name="Picture 3" descr="join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7132320" cy="30406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55279" y="1097280"/>
            <a:ext cx="36576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Canonical labels, duplicate removal, sentinel handling and train-fitted caps.</a:t>
            </a:r>
          </a:p>
          <a:p>
            <a:pPr>
              <a:spcAft>
                <a:spcPts val="1000"/>
              </a:spcAft>
              <a:defRPr sz="1700"/>
            </a:pPr>
            <a:r>
              <a:t>Weather window = planting month + next 3 months.</a:t>
            </a:r>
          </a:p>
          <a:p>
            <a:pPr>
              <a:spcAft>
                <a:spcPts val="1000"/>
              </a:spcAft>
              <a:defRPr sz="1700"/>
            </a:pPr>
            <a:r>
              <a:t>Many-to-one joins preserve plot rows.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3 — What the data says</a:t>
            </a:r>
          </a:p>
        </p:txBody>
      </p:sp>
      <p:pic>
        <p:nvPicPr>
          <p:cNvPr id="4" name="Picture 3" descr="fig04_region_crop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7132320" cy="53235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55279" y="1097280"/>
            <a:ext cx="36576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Highest-yield crop: maize (3.90 t/ha).</a:t>
            </a:r>
          </a:p>
          <a:p>
            <a:pPr>
              <a:spcAft>
                <a:spcPts val="1000"/>
              </a:spcAft>
              <a:defRPr sz="1700"/>
            </a:pPr>
            <a:r>
              <a:t>Best region × crop: ('SNNPR', 'maize') (4.79 t/ha).</a:t>
            </a:r>
          </a:p>
          <a:p>
            <a:pPr>
              <a:spcAft>
                <a:spcPts val="1000"/>
              </a:spcAft>
              <a:defRPr sz="1700"/>
            </a:pPr>
            <a:r>
              <a:t>Revenue leader: teff (153,289 birr/ha).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4 — Modeling</a:t>
            </a:r>
          </a:p>
        </p:txBody>
      </p:sp>
      <p:pic>
        <p:nvPicPr>
          <p:cNvPr id="4" name="Picture 3" descr="fig10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7132320" cy="42096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55279" y="1097280"/>
            <a:ext cx="36576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Validation RMSE: 0.473 t/ha; MAE 0.349.</a:t>
            </a:r>
          </a:p>
          <a:p>
            <a:pPr>
              <a:spcAft>
                <a:spcPts val="1000"/>
              </a:spcAft>
              <a:defRPr sz="1700"/>
            </a:pPr>
            <a:r>
              <a:t>5-fold RMSE: 0.488 ± 0.013.</a:t>
            </a:r>
          </a:p>
          <a:p>
            <a:pPr>
              <a:spcAft>
                <a:spcPts val="1000"/>
              </a:spcAft>
              <a:defRPr sz="1700"/>
            </a:pPr>
            <a:r>
              <a:t>Weather ablation RMSE difference: 0.045 t/ha.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5 — Error analysis &amp; demo</a:t>
            </a:r>
          </a:p>
        </p:txBody>
      </p:sp>
      <p:pic>
        <p:nvPicPr>
          <p:cNvPr id="4" name="Picture 3" descr="fig11_predicted_vs_actual_residu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7132320" cy="27250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55279" y="1097280"/>
            <a:ext cx="36576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2024 out-of-time RMSE: 0.506 t/ha.</a:t>
            </a:r>
          </a:p>
          <a:p>
            <a:pPr>
              <a:spcAft>
                <a:spcPts val="1000"/>
              </a:spcAft>
              <a:defRPr sz="1700"/>
            </a:pPr>
            <a:r>
              <a:t>Largest validation errors are documented by crop, region and climate anomaly.</a:t>
            </a:r>
          </a:p>
          <a:p>
            <a:pPr>
              <a:spcAft>
                <a:spcPts val="1000"/>
              </a:spcAft>
              <a:defRPr sz="1700"/>
            </a:pPr>
            <a:r>
              <a:t>Local demo: `python app/app.py` — predicts yield and revenue with automatic lookup.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